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6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DriverPass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1504122"/>
            <a:ext cx="2387600" cy="1924878"/>
          </a:xfrm>
        </p:spPr>
        <p:txBody>
          <a:bodyPr/>
          <a:lstStyle/>
          <a:p>
            <a:pPr marL="0" indent="0">
              <a:buNone/>
            </a:pPr>
            <a:r>
              <a:t>Jailyn Mays</a:t>
            </a:r>
          </a:p>
          <a:p>
            <a:pPr marL="0" indent="0">
              <a:buNone/>
            </a:pPr>
            <a:r>
              <a:t>CS 255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accounts</a:t>
            </a:r>
          </a:p>
          <a:p>
            <a:r>
              <a:t>Schedule lessons</a:t>
            </a:r>
          </a:p>
          <a:p>
            <a:r>
              <a:t>Practice tests</a:t>
            </a:r>
          </a:p>
          <a:p>
            <a:r>
              <a:t>24/7 access</a:t>
            </a:r>
          </a:p>
          <a:p>
            <a:r>
              <a:t>Secure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</a:t>
            </a:r>
          </a:p>
        </p:txBody>
      </p:sp>
      <p:pic>
        <p:nvPicPr>
          <p:cNvPr id="3" name="Picture 2" descr="file_00000000573071fdbd0f374deec29ae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799"/>
            <a:ext cx="6824870" cy="45499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Diagram</a:t>
            </a:r>
          </a:p>
        </p:txBody>
      </p:sp>
      <p:pic>
        <p:nvPicPr>
          <p:cNvPr id="3" name="Picture 2" descr="file_00000000036471fd95895c6b774fc5e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733" y="973162"/>
            <a:ext cx="3756534" cy="5610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Diagram</a:t>
            </a:r>
          </a:p>
        </p:txBody>
      </p:sp>
      <p:pic>
        <p:nvPicPr>
          <p:cNvPr id="3" name="Picture 2" descr="file_0000000034e471fd83226683419db5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7906551" cy="43290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Encrypted data</a:t>
            </a:r>
          </a:p>
          <a:p>
            <a:r>
              <a:t>Secure login</a:t>
            </a:r>
          </a:p>
          <a:p>
            <a:r>
              <a:t>Account protection</a:t>
            </a:r>
          </a:p>
          <a:p>
            <a:r>
              <a:t>Admin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Requires internet</a:t>
            </a:r>
          </a:p>
          <a:p>
            <a:r>
              <a:t>Server dependent</a:t>
            </a:r>
          </a:p>
          <a:p>
            <a:r>
              <a:t>Limited customization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DriverPass System Design</vt:lpstr>
      <vt:lpstr>System Requirements</vt:lpstr>
      <vt:lpstr>Use Case Diagram</vt:lpstr>
      <vt:lpstr>Activity Diagram</vt:lpstr>
      <vt:lpstr>Sequence Diagram</vt:lpstr>
      <vt:lpstr>Security</vt:lpstr>
      <vt:lpstr>System Limitations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DriverPass System Design</dc:title>
  <dc:subject/>
  <dc:creator/>
  <cp:keywords/>
  <dc:description>generated using python-pptx</dc:description>
  <cp:lastModifiedBy>Mays, Jailyn</cp:lastModifiedBy>
  <cp:revision>2</cp:revision>
  <dcterms:created xsi:type="dcterms:W3CDTF">2013-01-27T09:14:16Z</dcterms:created>
  <dcterms:modified xsi:type="dcterms:W3CDTF">2026-04-27T03:47:58Z</dcterms:modified>
  <cp:category/>
</cp:coreProperties>
</file>